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63" d="100"/>
          <a:sy n="63" d="100"/>
        </p:scale>
        <p:origin x="72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2Uet7Ft3xa-FEHs9I4HZmE7JtCkkTvg4" TargetMode="External"/><Relationship Id="rId2" Type="http://schemas.openxmlformats.org/officeDocument/2006/relationships/hyperlink" Target="https://github.com/chiragchavda05-data/HealthCare-Analytics-For-Doctor-Visits" TargetMode="Externa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2961" y="3852439"/>
            <a:ext cx="6644640" cy="194384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  </a:t>
            </a:r>
            <a:r>
              <a:rPr lang="en-US" b="0" dirty="0">
                <a:solidFill>
                  <a:schemeClr val="tx1"/>
                </a:solidFill>
              </a:rPr>
              <a:t>:- Chavda Chirag </a:t>
            </a:r>
            <a:r>
              <a:rPr lang="en-US" b="0" dirty="0" err="1">
                <a:solidFill>
                  <a:schemeClr val="tx1"/>
                </a:solidFill>
              </a:rPr>
              <a:t>Laxmanbhai</a:t>
            </a:r>
            <a:endParaRPr lang="en-US" b="0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AICTE Student Id </a:t>
            </a:r>
            <a:r>
              <a:rPr lang="en-IN" b="0" dirty="0">
                <a:solidFill>
                  <a:schemeClr val="tx1"/>
                </a:solidFill>
              </a:rPr>
              <a:t>:-STU6960e9dc5b1461767959004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2722132"/>
            <a:ext cx="2865119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02B733-60D9-0C64-E841-81C134CE7774}"/>
              </a:ext>
            </a:extLst>
          </p:cNvPr>
          <p:cNvSpPr txBox="1"/>
          <p:nvPr/>
        </p:nvSpPr>
        <p:spPr>
          <a:xfrm>
            <a:off x="3647440" y="2722132"/>
            <a:ext cx="5902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Health_Care_Analytics_For_Doctor_Visits_TIRTC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85358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2BD432-F1FF-FEA9-57A1-BD07480566F9}"/>
              </a:ext>
            </a:extLst>
          </p:cNvPr>
          <p:cNvSpPr txBox="1"/>
          <p:nvPr/>
        </p:nvSpPr>
        <p:spPr>
          <a:xfrm>
            <a:off x="675957" y="2305728"/>
            <a:ext cx="74851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India's healthcare system serves millions of patients daily,</a:t>
            </a:r>
          </a:p>
          <a:p>
            <a:r>
              <a:rPr lang="en-US" dirty="0"/>
              <a:t>    but understanding what drives people to visit a doctor</a:t>
            </a:r>
          </a:p>
          <a:p>
            <a:r>
              <a:rPr lang="en-US" dirty="0"/>
              <a:t>    remains unclear.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analyzes the Healthcare dataset to answer</a:t>
            </a:r>
          </a:p>
          <a:p>
            <a:r>
              <a:rPr lang="en-US" dirty="0"/>
              <a:t>     three connected 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1. Does illness count and chronic condition increase doctor visits?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2. Does income level and insurance type affect healthcare access?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3. Do gender and reduced activity days influence visit frequency?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Dataset: 5190 patient records with 13 columns including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visits, gender, age, income, illness, insurance type and more.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193040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E0DB18-8F4E-112B-DF79-6A52E605B3F6}"/>
              </a:ext>
            </a:extLst>
          </p:cNvPr>
          <p:cNvSpPr txBox="1"/>
          <p:nvPr/>
        </p:nvSpPr>
        <p:spPr>
          <a:xfrm>
            <a:off x="467359" y="1213128"/>
            <a:ext cx="812800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Healthcare dataset contains 5190 records of patients</a:t>
            </a:r>
          </a:p>
          <a:p>
            <a:r>
              <a:rPr lang="en-US" dirty="0"/>
              <a:t>with information on their demographics, health conditions,</a:t>
            </a:r>
          </a:p>
          <a:p>
            <a:r>
              <a:rPr lang="en-US" dirty="0"/>
              <a:t>income, insurance coverage and number of doctor visits.</a:t>
            </a:r>
          </a:p>
          <a:p>
            <a:endParaRPr lang="en-US" dirty="0"/>
          </a:p>
          <a:p>
            <a:r>
              <a:rPr lang="en-US" dirty="0"/>
              <a:t>The analysis was done in three phases, each targeting</a:t>
            </a:r>
          </a:p>
          <a:p>
            <a:r>
              <a:rPr lang="en-US" dirty="0"/>
              <a:t>one problem statement:</a:t>
            </a:r>
          </a:p>
          <a:p>
            <a:endParaRPr lang="en-US" dirty="0"/>
          </a:p>
          <a:p>
            <a:r>
              <a:rPr lang="en-US" dirty="0"/>
              <a:t>Phase 1 focused on illness count and chronic conditions</a:t>
            </a:r>
          </a:p>
          <a:p>
            <a:r>
              <a:rPr lang="en-US" dirty="0"/>
              <a:t>and their direct impact on how often patients visit doctors.</a:t>
            </a:r>
          </a:p>
          <a:p>
            <a:endParaRPr lang="en-US" dirty="0"/>
          </a:p>
          <a:p>
            <a:r>
              <a:rPr lang="en-US" dirty="0"/>
              <a:t>Phase 2 explored the financial side — whether income level</a:t>
            </a:r>
          </a:p>
          <a:p>
            <a:r>
              <a:rPr lang="en-US" dirty="0"/>
              <a:t>and type of insurance coverage changes a patient's</a:t>
            </a:r>
          </a:p>
          <a:p>
            <a:r>
              <a:rPr lang="en-US" dirty="0"/>
              <a:t>frequency of doctor visits.</a:t>
            </a:r>
          </a:p>
          <a:p>
            <a:endParaRPr lang="en-US" dirty="0"/>
          </a:p>
          <a:p>
            <a:r>
              <a:rPr lang="en-US" dirty="0"/>
              <a:t>Phase 3 looked at gender differences and how many days</a:t>
            </a:r>
          </a:p>
          <a:p>
            <a:r>
              <a:rPr lang="en-US" dirty="0"/>
              <a:t>of reduced physical activity relate to more doctor visits.</a:t>
            </a:r>
          </a:p>
          <a:p>
            <a:endParaRPr lang="en-US" dirty="0"/>
          </a:p>
          <a:p>
            <a:r>
              <a:rPr lang="en-US" dirty="0"/>
              <a:t>All three phases together answer one bigger question —</a:t>
            </a:r>
          </a:p>
          <a:p>
            <a:r>
              <a:rPr lang="en-US" dirty="0"/>
              <a:t>what actually makes a patient visit the doctor more?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8" y="58197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7BD759-B1CB-1981-84F2-D153E54B6D85}"/>
              </a:ext>
            </a:extLst>
          </p:cNvPr>
          <p:cNvSpPr txBox="1"/>
          <p:nvPr/>
        </p:nvSpPr>
        <p:spPr>
          <a:xfrm>
            <a:off x="721358" y="1706880"/>
            <a:ext cx="9936482" cy="434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Hospitals and Clinics</a:t>
            </a:r>
          </a:p>
          <a:p>
            <a:r>
              <a:rPr lang="en-US" dirty="0"/>
              <a:t>-To understand which type of patients visit most frequently</a:t>
            </a:r>
          </a:p>
          <a:p>
            <a:r>
              <a:rPr lang="en-US" dirty="0"/>
              <a:t>and plan their resources accordingly.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Health Insurance Companies</a:t>
            </a:r>
          </a:p>
          <a:p>
            <a:r>
              <a:rPr lang="en-US" dirty="0"/>
              <a:t>-To study how insurance type affects patient behavior</a:t>
            </a:r>
          </a:p>
          <a:p>
            <a:r>
              <a:rPr lang="en-US" dirty="0"/>
              <a:t>and design better coverage plans.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Government Health Departments</a:t>
            </a:r>
          </a:p>
          <a:p>
            <a:r>
              <a:rPr lang="en-US" dirty="0"/>
              <a:t>-To identify low income groups who need better</a:t>
            </a:r>
          </a:p>
          <a:p>
            <a:r>
              <a:rPr lang="en-US" dirty="0"/>
              <a:t>healthcare access and support.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Analytics Students</a:t>
            </a:r>
          </a:p>
          <a:p>
            <a:r>
              <a:rPr lang="en-US" dirty="0"/>
              <a:t>-To practice real-world healthcare data analysis</a:t>
            </a:r>
          </a:p>
          <a:p>
            <a:r>
              <a:rPr lang="en-US" dirty="0"/>
              <a:t>using Python and visualization tools.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CC291-1D37-7C42-D6B4-91C42D975506}"/>
              </a:ext>
            </a:extLst>
          </p:cNvPr>
          <p:cNvSpPr txBox="1"/>
          <p:nvPr/>
        </p:nvSpPr>
        <p:spPr>
          <a:xfrm>
            <a:off x="1498990" y="1419503"/>
            <a:ext cx="802092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Python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Core programming language used for the entire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loading data, </a:t>
            </a:r>
            <a:r>
              <a:rPr lang="en-US" dirty="0" err="1"/>
              <a:t>groupby</a:t>
            </a:r>
            <a:r>
              <a:rPr lang="en-US" dirty="0"/>
              <a:t> operations,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patients by gender, income group and insurance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scatter plots, bar charts, pie charts,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boxplots and horizontal bar charts.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Seaborn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heatmaps, </a:t>
            </a:r>
            <a:r>
              <a:rPr lang="en-US" dirty="0" err="1"/>
              <a:t>histplots</a:t>
            </a:r>
            <a:r>
              <a:rPr lang="en-US" dirty="0"/>
              <a:t>, </a:t>
            </a:r>
            <a:r>
              <a:rPr lang="en-US" dirty="0" err="1"/>
              <a:t>lineplot</a:t>
            </a:r>
            <a:r>
              <a:rPr lang="en-US" dirty="0"/>
              <a:t>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correlation matrix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Jupyter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code, outputs and observations written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run in one 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CSV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Healthcare Analytics dataset with 5190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records and 13 columns.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9F31D0-65BF-8516-F7D7-15F820565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" y="1201586"/>
            <a:ext cx="4013199" cy="20597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C4A5E4-0BE8-B8A2-CD21-9CEDE8ED1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845" y="1275371"/>
            <a:ext cx="4147635" cy="19859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E6B0209-8F28-33D4-DEFF-ADFB6C4A7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60" y="3596641"/>
            <a:ext cx="4013199" cy="23774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7FAAB2-073D-E8D3-336F-D4CC42D318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845" y="3596641"/>
            <a:ext cx="4147635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7FF9B-0321-F118-F03E-D5EF55BE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D0827C-AB90-48A9-8CB1-63BF6F0C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4043F40-1082-5B2E-E685-6CD6372C9EE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F97E485-F8B4-D68E-C634-75EC0E5A9F0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ECC389-FF43-4E5B-1293-8C86EF78E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59" y="1275371"/>
            <a:ext cx="4013199" cy="21536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360DE5-D5BE-3D97-A6DD-8C9EB8F93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1" y="1275370"/>
            <a:ext cx="4223009" cy="21536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9BDAB2-2537-B176-B648-115048A61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59" y="3596642"/>
            <a:ext cx="4013199" cy="2377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5F0513-F877-57A1-7CA0-D44E8E16E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1" y="3677920"/>
            <a:ext cx="4223009" cy="22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0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2FB69-D44C-5EF6-BE5A-47504F49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4339FB-97F2-14F0-95A0-5E166BEC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LINKS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B4DC4C5-F552-B1BE-3CBD-2C13129A1E4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64B76DF-88ED-24E7-E782-2ED46D73E66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2" name="TextBox 11">
            <a:hlinkClick r:id="rId2"/>
            <a:extLst>
              <a:ext uri="{FF2B5EF4-FFF2-40B4-BE49-F238E27FC236}">
                <a16:creationId xmlns:a16="http://schemas.microsoft.com/office/drawing/2014/main" id="{8E8ADA0F-BB0B-1407-5A9E-91554B6BC14F}"/>
              </a:ext>
            </a:extLst>
          </p:cNvPr>
          <p:cNvSpPr txBox="1"/>
          <p:nvPr/>
        </p:nvSpPr>
        <p:spPr>
          <a:xfrm>
            <a:off x="1478597" y="2467858"/>
            <a:ext cx="8498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https://github.com/chiragchavda05-data/HealthCare-Analytics-For-Doctor-Visits</a:t>
            </a:r>
            <a:endParaRPr lang="en-US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38E42-3BC4-D545-38D5-DF6D5574C40E}"/>
              </a:ext>
            </a:extLst>
          </p:cNvPr>
          <p:cNvSpPr txBox="1"/>
          <p:nvPr/>
        </p:nvSpPr>
        <p:spPr>
          <a:xfrm>
            <a:off x="320982" y="2467858"/>
            <a:ext cx="1351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:-</a:t>
            </a:r>
          </a:p>
          <a:p>
            <a:endParaRPr lang="en-US" dirty="0"/>
          </a:p>
          <a:p>
            <a:r>
              <a:rPr lang="en-US" dirty="0" err="1"/>
              <a:t>Colab</a:t>
            </a:r>
            <a:r>
              <a:rPr lang="en-US" dirty="0"/>
              <a:t> :-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68569-F031-DC2F-1E39-0F66087B078A}"/>
              </a:ext>
            </a:extLst>
          </p:cNvPr>
          <p:cNvSpPr txBox="1"/>
          <p:nvPr/>
        </p:nvSpPr>
        <p:spPr>
          <a:xfrm>
            <a:off x="1478597" y="3090446"/>
            <a:ext cx="7970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https://colab.research.google.com/drive/12Uet7Ft3xa-FEHs9I4HZmE7JtCkkTvg4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40216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6640" y="284311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630</TotalTime>
  <Words>454</Words>
  <Application>Microsoft Office PowerPoint</Application>
  <PresentationFormat>Widescreen</PresentationFormat>
  <Paragraphs>86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  </vt:lpstr>
      <vt:lpstr>WHO ARE THE END USERS?</vt:lpstr>
      <vt:lpstr>Technology Used</vt:lpstr>
      <vt:lpstr>RESULTS </vt:lpstr>
      <vt:lpstr>RESULTS </vt:lpstr>
      <vt:lpstr>LINKS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Chavda Chirag</cp:lastModifiedBy>
  <cp:revision>77</cp:revision>
  <dcterms:created xsi:type="dcterms:W3CDTF">2021-07-11T13:13:15Z</dcterms:created>
  <dcterms:modified xsi:type="dcterms:W3CDTF">2026-10-09T06:33:18Z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